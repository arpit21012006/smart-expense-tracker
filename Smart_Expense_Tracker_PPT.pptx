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EXPENSE TRACKER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29800" y="64739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B.Tech CSE Project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640080"/>
            <a:ext cx="4480560" cy="4480560"/>
          </a:xfrm>
          <a:prstGeom prst="arc">
            <a:avLst/>
          </a:prstGeom>
          <a:noFill/>
          <a:ln w="1270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4526280"/>
            <a:ext cx="2377440" cy="2377440"/>
          </a:xfrm>
          <a:prstGeom prst="ellipse">
            <a:avLst/>
          </a:prstGeom>
          <a:solidFill>
            <a:srgbClr val="1E40AF">
              <a:alpha val="28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914400"/>
            <a:ext cx="960120" cy="96012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789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₹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2057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Smart Expense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Tracker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40156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A professional web application for expense management,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budget tracking and data-driven spending insights.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60A5FA">
              <a:alpha val="12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439369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B.Tech CSE Academic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4983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Presented by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52760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Arpit Sharma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13232" y="58978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Live: smart-expense-tracker-1s4s.onrender.com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1. 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What the system does and why it is useful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6629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72768"/>
            <a:ext cx="6080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Smart Expense Tracker is a Flask-based web application that lets users record and manage expenses, monitor a budget, visualize spending patterns, and receive simple smart insights.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589788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CRUD expense management: add, edit and delete transactions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Search and category-based filtering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Budget tracking with warning/status messages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Monthly and category-wise analytics using Chart.js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Rule-based insight, prediction and unusual-spending detection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CSV export and responsive light/dark dashboard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43800" y="1234440"/>
            <a:ext cx="4005072" cy="4526280"/>
          </a:xfrm>
          <a:prstGeom prst="roundRect">
            <a:avLst>
              <a:gd name="adj" fmla="val 274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0956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Core Stack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09560" y="21031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+ Flask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09560" y="23225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Backend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09560" y="27614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09560" y="298094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Deployed DB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09560" y="34198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 / CSS / JS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09560" y="36393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Frontend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09560" y="40782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Chart.js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09560" y="42976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Visualization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09560" y="47365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+ Render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09560" y="495604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Versioning / Hosting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2. 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practical problem addressed by the application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45920"/>
            <a:ext cx="566928" cy="566928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556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Scattered Records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02082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Expenses may be recorded in different places, making totals difficult to track.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645920"/>
            <a:ext cx="566928" cy="566928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556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Limited Visibility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02082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Without summaries and charts, spending patterns are harder to understand.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977640"/>
            <a:ext cx="566928" cy="566928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0873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959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Budget Drift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435254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Users may not notice that spending is approaching or crossing a planned budget.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977640"/>
            <a:ext cx="566928" cy="566928"/>
          </a:xfrm>
          <a:prstGeom prst="ellipse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0873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3959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Manual Review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435254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Finding high or unusual transactions can require repeated manual checking.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3.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What the project is designed to achieve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9270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727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157276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Digitize expense tracking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51960" y="157276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Replace scattered/manual recording with a single web interface.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408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234086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Enable budget monitoring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51960" y="234086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Show spending, budget usage and remaining amount in one dashboard.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310896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Visualize financial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51960" y="31089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Use monthly and category charts to make spending easier to inspect.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8770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387705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Add smart assistance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1960" y="387705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Generate simple insights, predictions and unusual-spending alerts from recorded data.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6451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464515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Deploy online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51960" y="464515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Run the application with a managed PostgreSQL database and Render hosting.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4. Proposed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simple flow from transaction entry to insight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874520" cy="19659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8136" y="2148840"/>
            <a:ext cx="713232" cy="713232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9718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USER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4088" y="33101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Enter / update expense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41448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34640" y="1874520"/>
            <a:ext cx="1874520" cy="19659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9856" y="2148840"/>
            <a:ext cx="713232" cy="713232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9718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</a:rPr>
              <a:t>FLASK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35808" y="33101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Validate + process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166360" y="1874520"/>
            <a:ext cx="1874520" cy="19659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51576" y="2148840"/>
            <a:ext cx="713232" cy="713232"/>
          </a:xfrm>
          <a:prstGeom prst="ellipse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9718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DATABASE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67528" y="33101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Store transaction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04888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498080" y="1874520"/>
            <a:ext cx="1874520" cy="19659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83296" y="2148840"/>
            <a:ext cx="713232" cy="713232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9718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ANALYTICS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99248" y="33101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Aggregate spending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36608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829800" y="1874520"/>
            <a:ext cx="1874520" cy="19659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15016" y="2148840"/>
            <a:ext cx="713232" cy="713232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12680" y="29718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DASHBOARD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30968" y="33101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Show insights + charts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5720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The application keeps the user workflow simple while moving data through validation, persistence and analytics.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5. Technology Stack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Technologies selected for the project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527048"/>
            <a:ext cx="457200" cy="457200"/>
          </a:xfrm>
          <a:prstGeom prst="ellipse">
            <a:avLst/>
          </a:prstGeom>
          <a:solidFill>
            <a:srgbClr val="0EA5E9">
              <a:alpha val="13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53619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Python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Programming language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32588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84448" y="1527048"/>
            <a:ext cx="457200" cy="457200"/>
          </a:xfrm>
          <a:prstGeom prst="ellipse">
            <a:avLst/>
          </a:prstGeom>
          <a:solidFill>
            <a:srgbClr val="2563EB">
              <a:alpha val="13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53619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Flask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1880" y="2167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Web backend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32588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73368" y="1527048"/>
            <a:ext cx="457200" cy="457200"/>
          </a:xfrm>
          <a:prstGeom prst="ellipse">
            <a:avLst/>
          </a:prstGeom>
          <a:solidFill>
            <a:srgbClr val="16A34A">
              <a:alpha val="13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53619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2167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Production database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132588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62288" y="1527048"/>
            <a:ext cx="457200" cy="457200"/>
          </a:xfrm>
          <a:prstGeom prst="ellipse">
            <a:avLst/>
          </a:prstGeom>
          <a:solidFill>
            <a:srgbClr val="8B5CF6">
              <a:alpha val="13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8360" y="153619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HTML5 / CSS3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9720" y="2167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UI structure &amp; styling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38328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528" y="3584448"/>
            <a:ext cx="457200" cy="457200"/>
          </a:xfrm>
          <a:prstGeom prst="ellipse">
            <a:avLst/>
          </a:prstGeom>
          <a:solidFill>
            <a:srgbClr val="D97706">
              <a:alpha val="13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59359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JavaScript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224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Interactive behavior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38328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84448" y="3584448"/>
            <a:ext cx="457200" cy="457200"/>
          </a:xfrm>
          <a:prstGeom prst="ellipse">
            <a:avLst/>
          </a:prstGeom>
          <a:solidFill>
            <a:srgbClr val="DB2777">
              <a:alpha val="13000"/>
            </a:srgbClr>
          </a:solidFill>
          <a:ln w="12700">
            <a:solidFill>
              <a:srgbClr val="DB277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359359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Chart.js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11880" y="4224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Data visualization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338328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73368" y="3584448"/>
            <a:ext cx="457200" cy="457200"/>
          </a:xfrm>
          <a:prstGeom prst="ellipse">
            <a:avLst/>
          </a:prstGeom>
          <a:solidFill>
            <a:srgbClr val="334155">
              <a:alpha val="13000"/>
            </a:srgbClr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359359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GitHub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0" y="4224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Version control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61120" y="338328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62288" y="3584448"/>
            <a:ext cx="457200" cy="457200"/>
          </a:xfrm>
          <a:prstGeom prst="ellipse">
            <a:avLst/>
          </a:prstGeom>
          <a:solidFill>
            <a:srgbClr val="475569">
              <a:alpha val="13000"/>
            </a:srgbClr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38360" y="359359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Render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89720" y="4224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Cloud deployment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6. 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High-level structure of the deployed application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148840" cy="2148840"/>
          </a:xfrm>
          <a:prstGeom prst="roundRect">
            <a:avLst>
              <a:gd name="adj" fmla="val 510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3055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30A3"/>
                </a:solidFill>
              </a:rPr>
              <a:t>User Browser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HTML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JavaScript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Chart.js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554480"/>
            <a:ext cx="2468880" cy="269748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18928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Flask Application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0" y="2542032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Routing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Validation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CRUD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Budget logic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Smart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2331720" cy="2240280"/>
          </a:xfrm>
          <a:prstGeom prst="roundRect">
            <a:avLst>
              <a:gd name="adj" fmla="val 4898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01968" y="21214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</a:rPr>
              <a:t>PostgreSQL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779776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expenses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settings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relational storage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98280" y="1874520"/>
            <a:ext cx="2331720" cy="20574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28048" y="21945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Render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72600" y="2852928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Web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+ managed 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+ environment variables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61488" y="2606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15000" y="2606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595360" y="2606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34440" y="48006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Production database access is configured through the DATABASE_URL environment variable.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7. Core Functional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Main user-facing functionality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5448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0078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36192" y="15727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Add Expense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057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Record name, amount and category.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298448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55448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70078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39512" y="15727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Edit Expense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39512" y="2057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Update an existing transaction.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1298448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55448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70078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42832" y="15727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Delete Expense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42832" y="20574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Remove a transaction with confirmation.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630168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886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3250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36192" y="3904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Search &amp; Filter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36192" y="4389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Find expenses by name or category.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630168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886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03250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39512" y="3904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Budget Management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39512" y="4389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Set a budget and monitor the remaining amount.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01000" y="3630168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3886200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403250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42832" y="3904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CSV Export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42832" y="4389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Download transaction data as a CSV report.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8. Smart Features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Data-driven assistance built into the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29000" cy="3977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1828800"/>
            <a:ext cx="777240" cy="777240"/>
          </a:xfrm>
          <a:prstGeom prst="ellipse">
            <a:avLst/>
          </a:prstGeom>
          <a:solidFill>
            <a:srgbClr val="8B5CF6">
              <a:alpha val="14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391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90779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Smart Spending Insight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Uses budget usage and category distribution to generate a simple explanatory message.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417320"/>
            <a:ext cx="3429000" cy="3977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87568" y="1828800"/>
            <a:ext cx="777240" cy="777240"/>
          </a:xfrm>
          <a:prstGeom prst="ellipse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20391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27448" y="290779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Spending Prediction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64608" y="34747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Uses the average of recorded monthly totals as an estimated next-month expense.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9016" y="1417320"/>
            <a:ext cx="3429000" cy="3977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54896" y="1828800"/>
            <a:ext cx="777240" cy="777240"/>
          </a:xfrm>
          <a:prstGeom prst="ellipse">
            <a:avLst/>
          </a:prstGeom>
          <a:solidFill>
            <a:srgbClr val="D97706">
              <a:alpha val="14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54896" y="20391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94776" y="290779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Unusual Spending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31936" y="34747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Flags an expense when it is at least ₹1000 and more than twice the average expense.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57150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These features are rule/statistics-based; the prediction is intentionally simple rather than a machine-learning model.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9. Database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Relational model used by the application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84632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48463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81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expenses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240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BIGSERIAL / primary key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28072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name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807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TEXT / expense 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33741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amount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33741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DOUBLE PRECISION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39410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category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9410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4507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expense_date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45079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484632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417320"/>
            <a:ext cx="484632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581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settings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55080" y="2286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id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2286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INTEGER / primary key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8803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budget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0" y="2880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DOUBLE PRECISION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4224528"/>
            <a:ext cx="4846320" cy="1444752"/>
          </a:xfrm>
          <a:prstGeom prst="roundRect">
            <a:avLst>
              <a:gd name="adj" fmla="val 759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45354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Design goal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490118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Keep transaction data separate from the application setting that stores the current budget.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10. Dashboard UI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Professional fintech-style interface for desktop and mobile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92708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1092708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9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Expense Tracker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13898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Financial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1874520" cy="45079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1280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Dashboard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Add Expense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Transactions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Export CSV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993392"/>
            <a:ext cx="2240280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71800" y="21762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Expenses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71800" y="24871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₹12,450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76088" y="1993392"/>
            <a:ext cx="2240280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58968" y="21762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This Month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58968" y="24871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₹4,980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63256" y="1993392"/>
            <a:ext cx="2240280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46136" y="21762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Remaining Budget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46136" y="24871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₹7,550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88920" y="3273552"/>
            <a:ext cx="4846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63240" y="35021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Monthly Spending Trend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4892040"/>
            <a:ext cx="685800" cy="-32004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840480" y="4572000"/>
            <a:ext cx="685800" cy="22860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4526280" y="4800600"/>
            <a:ext cx="685800" cy="-64008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5212080" y="4160520"/>
            <a:ext cx="685800" cy="246888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5897880" y="4407408"/>
            <a:ext cx="685800" cy="-612648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583680" y="3794760"/>
            <a:ext cx="685800" cy="246888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3118104" y="485546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03904" y="45354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9704" y="47640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75504" y="412394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61304" y="437083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47104" y="375818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32904" y="40050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45552" y="3273552"/>
            <a:ext cx="3063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119872" y="35021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Smart Insights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38160" y="395020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🧠 Highest category: Food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📈 Estimated next month: ₹5,250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⚠️ Unusual transaction detected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0" y="57972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Illustrative dashboard view based on the implemented UI structure.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11. Deployment &amp; Database Migration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From local development to a hosted PostgreSQL application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2971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4721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Local Development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14721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Flask + local SQLite backup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19842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2971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3865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GitHub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23865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Source control and version history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28986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↓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971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33009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Render Web Service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3009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Gunicorn starts Flask app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3813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↓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069080"/>
            <a:ext cx="2971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2153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Render PostgreSQL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42153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Managed production database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57400" y="47274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4983480"/>
            <a:ext cx="2971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51297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DATABASE_URL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06040" y="51297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Environment variable links app to DB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417320"/>
            <a:ext cx="6629400" cy="4206240"/>
          </a:xfrm>
          <a:prstGeom prst="roundRect">
            <a:avLst>
              <a:gd name="adj" fmla="val 26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Migration Flow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983480" y="27432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334155">
              <a:alpha val="85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297180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SQLite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56048" y="38404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Local expense records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62472" y="303580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00800" y="27432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2563EB">
              <a:alpha val="85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297180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Migration script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73368" y="38404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Copies expense + budget data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79792" y="303580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818120" y="27432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16A34A">
              <a:alpha val="85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297180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90688" y="38404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Production relational storage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897112" y="303580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235440" y="27432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08592" y="2971800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Flask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208008" y="38404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Reads DATABASE_URL at runtime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56048" y="486460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Production code uses PostgreSQL when DATABASE_URL is present; local development can continue with SQLite.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12. Typical User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End-to-end interaction with the application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777240" cy="77724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574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Open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67128" y="20756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80944" y="1874520"/>
            <a:ext cx="777240" cy="77724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20574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15184" y="2926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Add expense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50792" y="20756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64608" y="1874520"/>
            <a:ext cx="777240" cy="77724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20574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98848" y="2926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Review budget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34456" y="20756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748272" y="1874520"/>
            <a:ext cx="777240" cy="77724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20574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2512" y="2926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Search / filter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8120" y="20756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631936" y="1874520"/>
            <a:ext cx="777240" cy="77724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31936" y="20574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66176" y="2926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Analyze charts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01784" y="207568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515600" y="1874520"/>
            <a:ext cx="777240" cy="77724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0" y="20574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149840" y="2926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Export CSV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0120" y="3840480"/>
            <a:ext cx="10149840" cy="128016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280160" y="4160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Outcome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68880" y="40965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The user moves from raw transactions to a summarized, visual and exportable view of their spending.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13. Testing &amp; 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Functional checks to perform before submission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996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990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Add expense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13990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New record appears in the transaction table.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4996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12280" y="13990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Edit expense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21040" y="13990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Updated values are reflected after save.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404872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6700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5694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Delete expense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256946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Selected transaction is removed after confirmation.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2404872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26700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25694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Search / filter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256946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Matching records are shown correctly.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575304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3840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7398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Budget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88920" y="373989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and remaining amount update consistently.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575304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38404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2280" y="37398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Analytics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373989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Monthly and category charts render from database data.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745736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5010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49103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Export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88920" y="49103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CSV file is generated with name, amount, category and date.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4745736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5010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12280" y="49103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49103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Live Render application loads and uses PostgreSQL.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0" y="5989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This slide is a validation checklist; record final pass/fail results during the project demo.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14. Limitations &amp; Future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Current scope and logical next improvements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Current Scope / 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148840"/>
            <a:ext cx="443484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Single-user focused application; authentication is not included yet.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Prediction uses a simple monthly-average method.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Smart alerts use deterministic rules rather than a trained ML model.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Local SQLite remains as a development/backup database; production uses PostgreSQL.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Future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43484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User authentication and personal expense accounts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Recurring expenses and reminders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PDF / richer financial reports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Machine-learning-based forecasting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Automatic category suggestions and spending goals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Notifications and progressive web app support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772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15.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157276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2E8F0"/>
                </a:solidFill>
              </a:rPr>
              <a:t>Smart Expense Tracker combines everyday expense management with budget monitoring, analytics and basic smart assistance in a deployable full-stack application.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22402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291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Manage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703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Transactions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971800"/>
            <a:ext cx="22402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3291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Monitor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3703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Budget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971800"/>
            <a:ext cx="22402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291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Analyze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3703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Patterns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2971800"/>
            <a:ext cx="22402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32918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Deploy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0" y="3703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Online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166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9808" y="5623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16</Slides>
	<Notes>16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16</vt:i4></vt:variant>
		</vt:vector>
	</HeadingPairs>
	<TitlesOfParts>
		<vt:vector size="19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<vt:lpstr>Slide 16</vt:lpstr>
		</vt:vector>
	</TitlesOfParts>
	<Company>B.Tech Computer Science & Engineering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Expense Tracker</dc:title>
  <dc:subject>Smart Expense Tracker B.Tech CSE Project</dc:subject>
  <dc:creator>Arpit Sharma</dc:creator>
  <cp:lastModifiedBy>Arpit Sharma</cp:lastModifiedBy>
  <cp:revision>1</cp:revision>
  <dcterms:created xsi:type="dcterms:W3CDTF">2026-09-20T15:30:00Z</dcterms:created>
  <dcterms:modified xsi:type="dcterms:W3CDTF">2026-09-20T15:30:00Z</dcterms:modified>
</cp:coreProperties>
</file>